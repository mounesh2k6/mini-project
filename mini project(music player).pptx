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Offline Music Player App</a:t>
            </a:r>
          </a:p>
          <a:p>
            <a:endParaRPr dirty="0"/>
          </a:p>
          <a:p>
            <a:r>
              <a:rPr dirty="0"/>
              <a:t>• A mobile application for playing locally stored audio files without internet connectivity.</a:t>
            </a:r>
          </a:p>
          <a:p>
            <a:r>
              <a:rPr dirty="0"/>
              <a:t>• Developed using modern web/mobile technologies with an intuitive user interface.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• Many users need uninterrupted music playback without depending on internet access.</a:t>
            </a:r>
          </a:p>
          <a:p>
            <a:r>
              <a:rPr dirty="0"/>
              <a:t>• Existing online music apps consume mobile data and may not work in low-network areas.</a:t>
            </a:r>
          </a:p>
          <a:p>
            <a:r>
              <a:rPr dirty="0"/>
              <a:t>• There is a need for a lightweight app to organize and play local audio files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• Built using React/</a:t>
            </a:r>
            <a:r>
              <a:rPr dirty="0" err="1"/>
              <a:t>TypeScript</a:t>
            </a:r>
            <a:r>
              <a:rPr dirty="0"/>
              <a:t> with Capacitor for mobile deployment.</a:t>
            </a:r>
          </a:p>
          <a:p>
            <a:r>
              <a:rPr dirty="0"/>
              <a:t>• Imports and scans locally stored audio files.</a:t>
            </a:r>
          </a:p>
          <a:p>
            <a:r>
              <a:rPr dirty="0"/>
              <a:t>• Provides library management, playlist creation, and song search features.</a:t>
            </a:r>
          </a:p>
          <a:p>
            <a:r>
              <a:rPr dirty="0"/>
              <a:t>• Implements playback controls such as play, pause, next, previous, queue, and equalizer options.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Results /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• Successfully plays music files in offline mode.</a:t>
            </a:r>
          </a:p>
          <a:p>
            <a:r>
              <a:rPr dirty="0"/>
              <a:t>• Users can browse songs, search tracks, and manage playlists.</a:t>
            </a:r>
          </a:p>
          <a:p>
            <a:r>
              <a:rPr dirty="0"/>
              <a:t>• Smooth audio playback with queue management and additional player features.</a:t>
            </a:r>
          </a:p>
          <a:p>
            <a:r>
              <a:rPr dirty="0"/>
              <a:t>• Improved user experience through a simple and responsive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r>
              <a:rPr dirty="0"/>
              <a:t>• The Offline Music Player App provides reliable music playback without internet dependency.</a:t>
            </a:r>
          </a:p>
          <a:p>
            <a:r>
              <a:rPr dirty="0"/>
              <a:t>• It offers efficient music organization and enhanced listening experience.</a:t>
            </a:r>
          </a:p>
          <a:p>
            <a:r>
              <a:rPr dirty="0"/>
              <a:t>• Future enhancements can include cloud backup, theme customization, and advanced audio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230</Words>
  <Application>Microsoft Office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Project Title</vt:lpstr>
      <vt:lpstr>Problem Statement</vt:lpstr>
      <vt:lpstr>Methodology / Approach</vt:lpstr>
      <vt:lpstr>Results / Outcome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/>
  <cp:keywords/>
  <dc:description>generated using python-pptx</dc:description>
  <cp:lastModifiedBy>G Mounesh</cp:lastModifiedBy>
  <cp:revision>4</cp:revision>
  <dcterms:created xsi:type="dcterms:W3CDTF">2013-01-27T09:14:16Z</dcterms:created>
  <dcterms:modified xsi:type="dcterms:W3CDTF">2026-06-26T02:33:20Z</dcterms:modified>
  <cp:category/>
</cp:coreProperties>
</file>